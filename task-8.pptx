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hantRuman" TargetMode="External"/><Relationship Id="rId2" Type="http://schemas.openxmlformats.org/officeDocument/2006/relationships/hyperlink" Target="https://www.linkedin.com/in/rishant-kumar-ruman-56804a271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hantRuman" TargetMode="External"/><Relationship Id="rId2" Type="http://schemas.openxmlformats.org/officeDocument/2006/relationships/hyperlink" Target="https://www.linkedin.com/in/rishant-kumar-ruman-56804a271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5816" y="1656520"/>
            <a:ext cx="8791575" cy="899285"/>
          </a:xfrm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  <a:latin typeface="Algerian" panose="04020705040A02060702" pitchFamily="82" charset="0"/>
              </a:rPr>
              <a:t>POWER-BI SALES DASHBOARD</a:t>
            </a:r>
            <a:endParaRPr lang="en-US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342783" y="6427304"/>
            <a:ext cx="2849217" cy="430696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Rishant</a:t>
            </a:r>
            <a:r>
              <a:rPr lang="en-US" dirty="0" smtClean="0"/>
              <a:t> </a:t>
            </a:r>
            <a:r>
              <a:rPr lang="en-US" dirty="0" err="1" smtClean="0"/>
              <a:t>kumar</a:t>
            </a:r>
            <a:r>
              <a:rPr lang="en-US" dirty="0" smtClean="0"/>
              <a:t> </a:t>
            </a:r>
            <a:r>
              <a:rPr lang="en-US" dirty="0" err="1" smtClean="0"/>
              <a:t>ruman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42333" y="3028128"/>
            <a:ext cx="78585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lgerian" panose="04020705040A02060702" pitchFamily="82" charset="0"/>
              </a:rPr>
              <a:t>DATA ANALYST </a:t>
            </a:r>
            <a:r>
              <a:rPr lang="en-US" sz="3200" dirty="0" smtClean="0">
                <a:solidFill>
                  <a:srgbClr val="FF0000"/>
                </a:solidFill>
                <a:latin typeface="Algerian" panose="04020705040A02060702" pitchFamily="82" charset="0"/>
              </a:rPr>
              <a:t>INTERNSHIP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  <a:latin typeface="Algerian" panose="04020705040A02060702" pitchFamily="82" charset="0"/>
              </a:rPr>
              <a:t> </a:t>
            </a:r>
            <a:r>
              <a:rPr lang="en-US" sz="3200" dirty="0" smtClean="0">
                <a:solidFill>
                  <a:srgbClr val="FF0000"/>
                </a:solidFill>
                <a:latin typeface="Algerian" panose="04020705040A02060702" pitchFamily="82" charset="0"/>
              </a:rPr>
              <a:t>    TASK-8 ELEVATE </a:t>
            </a:r>
            <a:r>
              <a:rPr lang="en-US" sz="3200" dirty="0">
                <a:solidFill>
                  <a:srgbClr val="FF0000"/>
                </a:solidFill>
                <a:latin typeface="Algerian" panose="04020705040A02060702" pitchFamily="82" charset="0"/>
              </a:rPr>
              <a:t>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9548" y="6057972"/>
            <a:ext cx="12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LINKEDIN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959548" y="5688640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GIT-HUB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17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580" y="560056"/>
            <a:ext cx="9529716" cy="5363665"/>
          </a:xfrm>
        </p:spPr>
      </p:pic>
      <p:sp>
        <p:nvSpPr>
          <p:cNvPr id="5" name="TextBox 4"/>
          <p:cNvSpPr txBox="1"/>
          <p:nvPr/>
        </p:nvSpPr>
        <p:spPr>
          <a:xfrm>
            <a:off x="2955235" y="6149009"/>
            <a:ext cx="7885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dashboard shows sales by category, region, and time trends.</a:t>
            </a:r>
          </a:p>
        </p:txBody>
      </p:sp>
    </p:spTree>
    <p:extLst>
      <p:ext uri="{BB962C8B-B14F-4D97-AF65-F5344CB8AC3E}">
        <p14:creationId xmlns:p14="http://schemas.microsoft.com/office/powerpoint/2010/main" val="371098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Key </a:t>
            </a:r>
            <a:r>
              <a:rPr lang="en-US" sz="4000" dirty="0" smtClean="0">
                <a:solidFill>
                  <a:srgbClr val="FFFF00"/>
                </a:solidFill>
                <a:latin typeface="Algerian" panose="04020705040A02060702" pitchFamily="82" charset="0"/>
              </a:rPr>
              <a:t>Insights from the dashboard</a:t>
            </a:r>
            <a:endParaRPr lang="en-US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197695"/>
          </a:xfrm>
        </p:spPr>
        <p:txBody>
          <a:bodyPr>
            <a:noAutofit/>
          </a:bodyPr>
          <a:lstStyle/>
          <a:p>
            <a:r>
              <a:rPr lang="en-US" sz="1700" b="1" dirty="0"/>
              <a:t>Technology</a:t>
            </a:r>
            <a:r>
              <a:rPr lang="en-US" sz="1700" dirty="0"/>
              <a:t> emerged as the top-performing category in terms of </a:t>
            </a:r>
            <a:r>
              <a:rPr lang="en-US" sz="1700" b="1" dirty="0"/>
              <a:t>total sales and profit</a:t>
            </a:r>
            <a:r>
              <a:rPr lang="en-US" sz="1700" dirty="0"/>
              <a:t>, contributing significantly to overall revenue.</a:t>
            </a:r>
          </a:p>
          <a:p>
            <a:r>
              <a:rPr lang="en-US" sz="1700" dirty="0"/>
              <a:t>The </a:t>
            </a:r>
            <a:r>
              <a:rPr lang="en-US" sz="1700" b="1" dirty="0"/>
              <a:t>Furniture</a:t>
            </a:r>
            <a:r>
              <a:rPr lang="en-US" sz="1700" dirty="0"/>
              <a:t> category, despite having moderate sales, showed a </a:t>
            </a:r>
            <a:r>
              <a:rPr lang="en-US" sz="1700" b="1" dirty="0"/>
              <a:t>low or even negative profit margin</a:t>
            </a:r>
            <a:r>
              <a:rPr lang="en-US" sz="1700" dirty="0"/>
              <a:t> in some sub-categories like </a:t>
            </a:r>
            <a:r>
              <a:rPr lang="en-US" sz="1700" i="1" dirty="0"/>
              <a:t>Tables</a:t>
            </a:r>
            <a:r>
              <a:rPr lang="en-US" sz="1700" dirty="0"/>
              <a:t> and </a:t>
            </a:r>
            <a:r>
              <a:rPr lang="en-US" sz="1700" i="1" dirty="0"/>
              <a:t>Bookcases</a:t>
            </a:r>
            <a:r>
              <a:rPr lang="en-US" sz="1700" dirty="0"/>
              <a:t>.</a:t>
            </a:r>
          </a:p>
          <a:p>
            <a:r>
              <a:rPr lang="en-US" sz="1700" b="1" dirty="0"/>
              <a:t>Western Region</a:t>
            </a:r>
            <a:r>
              <a:rPr lang="en-US" sz="1700" dirty="0"/>
              <a:t> led in sales volume, while the </a:t>
            </a:r>
            <a:r>
              <a:rPr lang="en-US" sz="1700" b="1" dirty="0"/>
              <a:t>Central Region</a:t>
            </a:r>
            <a:r>
              <a:rPr lang="en-US" sz="1700" dirty="0"/>
              <a:t> showed relatively better profit margins overall.</a:t>
            </a:r>
          </a:p>
          <a:p>
            <a:r>
              <a:rPr lang="en-US" sz="1700" dirty="0"/>
              <a:t>The </a:t>
            </a:r>
            <a:r>
              <a:rPr lang="en-US" sz="1700" b="1" dirty="0"/>
              <a:t>Home Office segment</a:t>
            </a:r>
            <a:r>
              <a:rPr lang="en-US" sz="1700" dirty="0"/>
              <a:t> had lower order volume but comparatively </a:t>
            </a:r>
            <a:r>
              <a:rPr lang="en-US" sz="1700" b="1" dirty="0"/>
              <a:t>better profitability</a:t>
            </a:r>
            <a:r>
              <a:rPr lang="en-US" sz="1700" dirty="0"/>
              <a:t> than the Corporate segment.</a:t>
            </a:r>
          </a:p>
          <a:p>
            <a:r>
              <a:rPr lang="en-US" sz="1700" b="1" dirty="0"/>
              <a:t>December and November</a:t>
            </a:r>
            <a:r>
              <a:rPr lang="en-US" sz="1700" dirty="0"/>
              <a:t> recorded the </a:t>
            </a:r>
            <a:r>
              <a:rPr lang="en-US" sz="1700" b="1" dirty="0"/>
              <a:t>highest sales activity</a:t>
            </a:r>
            <a:r>
              <a:rPr lang="en-US" sz="1700" dirty="0"/>
              <a:t>, indicating a seasonal trend likely driven by year-end purchases.</a:t>
            </a:r>
          </a:p>
          <a:p>
            <a:r>
              <a:rPr lang="en-US" sz="1700" dirty="0"/>
              <a:t>Some orders had </a:t>
            </a:r>
            <a:r>
              <a:rPr lang="en-US" sz="1700" b="1" dirty="0"/>
              <a:t>high discounts</a:t>
            </a:r>
            <a:r>
              <a:rPr lang="en-US" sz="1700" dirty="0"/>
              <a:t>, which resulted in </a:t>
            </a:r>
            <a:r>
              <a:rPr lang="en-US" sz="1700" b="1" dirty="0"/>
              <a:t>negative profits</a:t>
            </a:r>
            <a:r>
              <a:rPr lang="en-US" sz="1700" dirty="0"/>
              <a:t>, highlighting the need for discount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65382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  <a:latin typeface="Algerian" panose="04020705040A02060702" pitchFamily="82" charset="0"/>
              </a:rPr>
              <a:t>Conclusion :-</a:t>
            </a:r>
            <a:endParaRPr lang="en-US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this task, I created a simple and effective sales dashboard using Power BI. It visualizes key metrics like sales trends over time, regional performance, and category-wise contributions. This helped in identifying high-performing regions and understanding overall sales patterns. The project enhanced my practical skills in data visualization and dashboard design</a:t>
            </a:r>
          </a:p>
        </p:txBody>
      </p:sp>
    </p:spTree>
    <p:extLst>
      <p:ext uri="{BB962C8B-B14F-4D97-AF65-F5344CB8AC3E}">
        <p14:creationId xmlns:p14="http://schemas.microsoft.com/office/powerpoint/2010/main" val="341903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553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Thank you for reviewing my work. This task helped me apply data analytics tools in a real-world context, and I look forward to learning more and growing in this 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6500" y="4997798"/>
            <a:ext cx="12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LINKEDIN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83560" y="4997798"/>
            <a:ext cx="149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GIT-HUB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81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</TotalTime>
  <Words>247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Arial</vt:lpstr>
      <vt:lpstr>Trebuchet MS</vt:lpstr>
      <vt:lpstr>Tw Cen MT</vt:lpstr>
      <vt:lpstr>Circuit</vt:lpstr>
      <vt:lpstr>POWER-BI SALES DASHBOARD</vt:lpstr>
      <vt:lpstr>PowerPoint Presentation</vt:lpstr>
      <vt:lpstr>Key Insights from the dashboard</vt:lpstr>
      <vt:lpstr>Conclusion :-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POWER-BI SALES DASHBOARD</dc:title>
  <dc:creator>USER</dc:creator>
  <cp:lastModifiedBy>USER</cp:lastModifiedBy>
  <cp:revision>3</cp:revision>
  <dcterms:created xsi:type="dcterms:W3CDTF">2025-05-03T06:57:34Z</dcterms:created>
  <dcterms:modified xsi:type="dcterms:W3CDTF">2025-05-03T07:16:22Z</dcterms:modified>
</cp:coreProperties>
</file>